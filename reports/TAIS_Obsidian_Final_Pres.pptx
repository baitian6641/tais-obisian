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A44"/>
                </a:solidFill>
              </a:defRPr>
            </a:pPr>
            <a:r>
              <a:t>Developing a Self-Learning Edge Language Model</a:t>
            </a:r>
          </a:p>
          <a:p>
            <a:pPr>
              <a:defRPr sz="2200">
                <a:solidFill>
                  <a:srgbClr val="0F62FE"/>
                </a:solidFill>
              </a:defRPr>
            </a:pPr>
            <a:r>
              <a:t>A Weight Virtual-Memory Architecture and Its 0.1B Pilot Validation</a:t>
            </a:r>
          </a:p>
          <a:p>
            <a:pPr>
              <a:defRPr sz="1600">
                <a:solidFill>
                  <a:srgbClr val="52565C"/>
                </a:solidFill>
              </a:defRPr>
            </a:pPr>
            <a:r>
              <a:t>Tianrui Bai  |  InterEGR 397  |  University of Wisconsin-Madison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The main objectives of this project are to let deployed models keep learning, safely and audibly.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1. Scale the validated 0.1B pilot to a 1B self-learning research model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10B-token pre-training + 1B-token mid-training annealing (OLMo / SmolLM2 recipes)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2. Migrate and re-validate endogenous components at 1B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KAL metacognition, HRL retrieval, HCA injection recall, honest degradation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3. Extend native context from 1K toward 256K (YaRN + progressive curriculum)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4. Package for HuggingFace distribution with reproducible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Recipes: OLMo 3 Dolmino mid-training [20]; SmolLM2 multi-stage WSD [21]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Pre-trained LLMs store all knowledge in frozen weights and cannot learn after deployment.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New facts, corrections, and user domains all require expensive re-training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Mainstream workaround: Retrieval-Augmented Generation (RAG) [1]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Patches knowledge into the prompt as plain text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Text is not the model's native knowledge representation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No persistent memory — the same fact must be re-retrieved every conversation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Active variants (FLARE [2], Self-RAG [3]) improve timing, not the substrate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[1] Lewis et al., NeurIPS 2020  [2] Jiang et al., EMNLP 2023  [3] Asai et al., ICLR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Models have no readout of their own knowledge boundary — so they hallucinate instead of declining.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Linear probes decode "the model knows it does not know" from hidden states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SAPLMA: internal states signal lying [4]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0.904–1.000 AUROC even under 4-bit quantization [5]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The signal exists — but mainstream architectures never use it to drive behavior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Result: fluent guessing where the model should say "I don't know"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[4] Azaria &amp; Mitchell, EMNLP Findings 2023  [5] arXiv:2606.02628,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Long-context inference is expensive: attention scales quadratically and the KV cache grows linearly.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KV cache grows with context length × model size; one long sequence can take GB of memory [6]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Edge devices cannot afford either the compute or the memory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Meanwhile, small/edge LLMs are the fastest-growing deployment segment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SLM market: USD 0.93B (2025) → 5.45B (2032), CAGR 28.7% [7]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Drivers: privacy, latency, energy efficiency, data control [8]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[6] arXiv:2603.20397  [7] MarketsandMarkets SLM Report 2025  [8] Kristiani et al., AI 7(1):15,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Naive continual learning is destructive: new data overwrites old weights (catastrophic forgetting).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Even optimizer choice changes forgetting: pre-training's own optimizer forgets less [9]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The brain solves the same problem with fast + slow complementary learning systems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Hippocampus: fast episodic capture; neocortex: slow consolidation (CLS theory [10])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Current LLM architectures have no equivalent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[9] arXiv:2605.06654  [10] McClelland, McNaughton &amp; O'Reilly, Psych. Review 1995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Core idea: treat knowledge as a runtime object at the same level as weights — managed like virtual memory.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KnowledgeBlock: the "page" of knowledge (markdown source + compiled form)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Page table (SQLite) + tiered storage: L0 VRAM ↔ L1 DRAM ↔ L2 NVMe ↔ L3 remote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Fail-closed page faults: model declares "memory unavailable" instead of guessing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Read/write asymmetry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Runtime: zero-gradient fast writes only (logs, vectors, KV / memory-layer delta)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Sleep phase: gated gradient consolidation into the backbone (fast/slow CLS [10])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Tamper-evident signatures; markdown source is the audit and rollback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Design: weight virtual memory, block spec, storage tiers, read/write asymmetry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The hybrid backbone keeps long-context cost near-linear, a prerequisite for edge deployment.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GDN-2 linear attention: constant-size recurrent state, decoupled erase/write gates [13]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Three-level retrieval attention stack [14]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L0: 512-token sliding window (exact local attention)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L1: CSA compressed selection (stride-4)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L2: HCA heavily compressed gist (128:1)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PM-stream: 5-stream manifold-constrained hyper-connections [18]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[13] Gated DeltaNet-2, arXiv:2605.22791  [14] NSA, arXiv:2502.11089  [18] mHC, arXiv:2512.24880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KAL metacognition turns the internal "I don't know" signal into behavior, not just monitoring.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Small frozen linear heads read hidden states (read-only, separate layers from intervention)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Three-state P(IK): knowing / uncertain / unknown + affect + conflict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Low P(IK) drives action: retrieve, ask, call tool, or honestly decline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Truth-anchor calibration: anchored on factual truth, not LM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Probe evidence: SAPLMA [4]; quantized probes [5]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The active inquiry loop acquires knowledge with verification — never blind self-correction.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LLMs fail at unaided self-correction [15] → every write passes a cross-verification gate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Multi-source consistency, prior consistency, conflict detection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Write-then-use: HRL indexer retrieves → HCA injection works in the same conversation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Sleep consolidation: CA1-style gate + ternary-reward RL [16]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Dynamic vocabulary: reserved concept slots mint new tokens from the inner lexicon [17]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[15] Huang et al., ICLR 2024  [16] TruthRL, arXiv:2509.25760  [17] Kaplan et al., ICLR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Every subsystem was implemented and measured on a 0.1B pilot; 437 unit tests pass.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Backbone ablations: hybrid 3.768 | +tri-stack 3.762 | +PM-stream 3.744 | combined 3.743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GDN-2 gate convergence: 3-stage evidence chain; bounded decay = 4× faster convergence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KAL: probe AUROC 0.945; truth-anchor calibration 0.845 / 0.829 (two protocols, 3 seeds)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HRL block retrieval top-1 = 1.000; HCA injection recall = 0.625 (in-context bound 0.70)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Honest degradation on fabricated facts: 16/16 declines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Internalization gap 0.015 → 0.758; dissociation 1.000; sleep gate: 8 promote / 1 quarantine / 8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All numbers from project evaluation artifacts (runs/*/report.json, training logs)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Engineering honesty changed the design: four findings that mattered.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GDN-2's early retrieval lag was under-converged gates, not an architecture defect → bounded decay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Injection recall had a gating side effect (0.688 → 0.250)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Full decoupling failed honestly → memory-layer relocation restored 0.688 with zero interference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Logprob is not truth: confidence-anchored calibration plateaued (0.769) → truth-anchor fixed it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Silent Muon×WSD scheduler bug caught in review, fixed, and locked with a regression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Negative results are recorded, not hidden (fully-decoupled gate; prediction-feedback loop)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The project has transitioned to a 1B model with a complete, tested training-to-upload toolchain.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1B configuration verified: 1,017.7M params, d_model 1536, 32 layers (8×{3 GDN-2 + 1 stack})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10B-token corpus: web education 73% / math 12% / synthetic textbooks 10% / Chinese 5%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Mid-training annealing: 1B tokens, quality-upweighted mixture, lr decays to zero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Muon optimizer end-to-end (converges better than AdamW: 6.523 vs 6.868)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Honestly positioned: 10B tokens is an architecture-validation budget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Half of Chinchilla-optimal [22]; far below current 1B practice (4T+ [21])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[20] OLMo 3, arXiv:2512.13961  [21] SmolLM2, arXiv:2502.02737  [22] Chinchilla, arXiv:2203.15556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A self-learning edge LLM turns a frozen snapshot into an auditable, personal, accumulating asset.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Privacy: knowledge stays on device; blocks are signed, revocable, and auditable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Next steps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Complete 1B training; first observation = KAL probe strength at scale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Train the memory-layer readout interface (side-effect-free recall)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256K progressive context curriculum (YaRN, staged)</a:t>
            </a:r>
          </a:p>
          <a:p>
            <a:pPr lvl="1">
              <a:spcAft>
                <a:spcPts val="800"/>
              </a:spcAft>
              <a:defRPr sz="1700">
                <a:solidFill>
                  <a:srgbClr val="52565C"/>
                </a:solidFill>
              </a:defRPr>
            </a:pPr>
            <a:r>
              <a:t>Standard-format export for community benchmarking</a:t>
            </a:r>
          </a:p>
          <a:p>
            <a:pPr>
              <a:spcAft>
                <a:spcPts val="800"/>
              </a:spcAft>
              <a:defRPr sz="2000">
                <a:solidFill>
                  <a:srgbClr val="1F2A44"/>
                </a:solidFill>
              </a:defRPr>
            </a:pPr>
            <a:r>
              <a:t>Long-term: 1.5B model with native 1M context and the full self-learning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65C"/>
                </a:solidFill>
              </a:defRPr>
            </a:pPr>
            <a:r>
              <a:t>Target: edge-native continually-learning LLM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0" y="28346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A44"/>
                </a:solidFill>
              </a:defRPr>
            </a:pPr>
            <a:r>
              <a:t>Question?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0" y="28346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A44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813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[1] Lewis et al., "RAG for knowledge-intensive NLP tasks," NeurIPS 2020, arXiv:2005.11401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[2] Jiang et al., "FLARE," EMNLP 2023, arXiv:2305.06983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[3] Asai et al., "Self-RAG," ICLR 2024, arXiv:2310.11511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[4] Azaria &amp; Mitchell, "SAPLMA," EMNLP Findings 2023, arXiv:2304.13734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[5] "Hallucination linearly decodable in quantized LLMs," arXiv:2606.02628, 2026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[6] "KV cache optimization strategies," arXiv:2603.20397, 2026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[7] MarketsandMarkets, "Small language model market report 2025–2032"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[8] Kristiani et al., "Deploying LLM on edge devices: survey," AI 7(1):15, 2026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[9] Liu, "Optimizer-model consistency," arXiv:2605.06654, 2026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[10] McClelland et al., "Complementary learning systems," Psych. Review 102(3), 1995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[13] Hatamizadeh et al., "Gated DeltaNet-2," arXiv:2605.22791, 2026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[14] Yuan et al., "Native sparse attention," arXiv:2502.11089, 2025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[15] Huang et al., "LLMs cannot self-correct reasoning yet," ICLR 2024, arXiv:2310.01798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[16] "TruthRL," arXiv:2509.25760, 2025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[17] Kaplan et al., "From tokens to words," ICLR 2025, arXiv:2410.05864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[18] Xie et al., "mHC: Manifold-constrained hyper-connections," arXiv:2512.24880, 2025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[19] Kimi Team, "Kimi Linear," arXiv:2510.26692, 2025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[20] OLMo Team, "OLMo 3," arXiv:2512.13961, 2025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[21] Ben Allal et al., "SmolLM2," arXiv:2502.02737, 2025</a:t>
            </a:r>
          </a:p>
          <a:p>
            <a:pPr>
              <a:spcAft>
                <a:spcPts val="400"/>
              </a:spcAft>
              <a:defRPr sz="1100">
                <a:solidFill>
                  <a:srgbClr val="52565C"/>
                </a:solidFill>
              </a:defRPr>
            </a:pPr>
            <a:r>
              <a:t>[22] Hoffmann et al., "Chinchilla," NeurIPS 2022, arXiv:2203.15556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