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61616"/>
                </a:solidFill>
                <a:latin typeface="微软雅黑"/>
              </a:defRPr>
            </a:pPr>
            <a:r>
              <a:t>自学习边缘语言模型</a:t>
            </a:r>
          </a:p>
          <a:p>
            <a:pPr>
              <a:defRPr sz="2100" b="0">
                <a:solidFill>
                  <a:srgbClr val="0F62FE"/>
                </a:solidFill>
                <a:latin typeface="微软雅黑"/>
              </a:defRPr>
            </a:pPr>
            <a:r>
              <a:t>权重虚拟内存架构及其 0.1B 先导验证 —— 阶段性汇报</a:t>
            </a:r>
          </a:p>
          <a:p>
            <a:pPr>
              <a:defRPr sz="1500" b="0">
                <a:solidFill>
                  <a:srgbClr val="525252"/>
                </a:solidFill>
                <a:latin typeface="微软雅黑"/>
              </a:defRPr>
            </a:pPr>
            <a:r>
              <a:t>Tianrui Bai  |  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本项目的目标是让已部署模型持续学习——安全、可审计、面向边缘设备。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1. 把已验证的 0.1B pilot 扩展到 1B 自学习研究模型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10B tokens 预训练 + 1B tokens 中训练退火（OLMo / SmolLM2 配方）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2. 在 1B 规模迁移并复测内生部件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KAL 元认知、HRL 检索、HCA 注入召回、诚实降级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3. 原生上下文从 1K 扩展到 256K（YaRN + 渐进扩窗）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4. 打包发布 HuggingFace，保证推理链路可复现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配方依据：OLMo 3 Dolmino 中训练 [20]；SmolLM2 多阶段 WSD [21]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预训练 LLM 把全部知识存在冻结权重里，部署后无法学习。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新事实、纠错、用户领域适配都要付出昂贵重训练代价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主流绕行：检索增强生成（RAG）[1]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把知识以纯文本补丁进提示词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文本不是模型的原生知识表示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无持久记忆——同一事实每段对话都要重新检索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主动变体（FLARE [2]、Self-RAG [3]）改进时机，不改载体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[1] Lewis et al., NeurIPS 2020  [2] Jiang et al., EMNLP 2023  [3] Asai et al., ICLR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模型读不出自己的知识边界——所以在该拒答的地方产生幻觉。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线性探针可从隐状态解码"模型知道自己不知道"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SAPLMA：内部状态暴露说谎 [4]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4-bit 量化下仍达 0.904–1.000 AUROC [5]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信号就在那里——但主流架构从不拿它驱动行为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结果：本该说"我不知道"的地方，模型流畅地猜测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[4] Azaria &amp; Mitchell, EMNLP Findings 2023  [5] arXiv:2606.02628,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长上下文很贵：注意力平方增长，KV 缓存线性增长——边缘设备两头都扛不住。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KV 缓存随上下文长度 × 模型规模增长，单条长序列可达数 GB [6]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而小/边缘模型恰是增长最快的部署方向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SLM 市场：9.3 亿美元（2025）→ 54.5 亿（2032），CAGR 28.7% [7]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驱动力：隐私、延迟、能效、数据控制 [8]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朴素持续微调还会灾难性遗忘——连优化器选择都影响遗忘量 [9]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[6] arXiv:2603.20397  [7] MarketsandMarkets 2025  [8] Kristiani et al., 2026  [9] arXiv:2605.06654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核心思想：把知识升格为与权重同级的运行时对象，用操作系统式虚拟内存管理。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知识块（KnowledgeBlock）= 知识的"页"（markdown 源代码 + 编译产物）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页表（SQLite）+ 分层存储：L0 VRAM ↔ L1 DRAM ↔ L2 NVMe ↔ L3 远端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缺页 fail-closed：声明"记忆暂不可用"，绝不空白作答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读写不对称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运行时仅零梯度快写（日志 / 向量 / KV / 记忆层 delta）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睡眠期才做受门控的梯度固化（快慢互补学习系统 [10]）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[10] McClelland, McNaughton &amp; O'Reilly, Psych. Review 1995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TAIS Obsidian 总体架构：主干、TAIS 内核、主动求知闭环、知识块库、睡眠固化。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v3.0（IBM Carbon 设计语言）｜主干消融 −0.025 nats；部件全部 checkpoint 内生</a:t>
            </a:r>
          </a:p>
        </p:txBody>
      </p:sp>
      <p:pic>
        <p:nvPicPr>
          <p:cNvPr id="5" name="Picture 4" descr="architecture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36" y="1554480"/>
            <a:ext cx="802542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KAL 元认知把内部的"我不知道"信号从监测变成行为。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小型冻结线性头只读隐状态（与干预点分置不同层，防自激）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三态 P(IK)：知道 / 不确定 / 不知道 + 情感 + 冲突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低 P(IK) 驱动行为：检索、提问、调工具、或诚实降级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真值锚校准：锚事实真假，而非语言建模置信度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主动求知闭环：交叉验证才写入——绝不裸自我修正 [15]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[15] Huang et al., ICLR 2024（LLM 无法独立完成推理自纠）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0.1B pilot 预训练 10k 步稳定收敛（真实训练日志）。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runs/_gdn2_10k_train_out.txt（每 50 步采样 + EMA 平滑）</a:t>
            </a:r>
          </a:p>
        </p:txBody>
      </p:sp>
      <p:pic>
        <p:nvPicPr>
          <p:cNvPr id="5" name="Picture 4" descr="chart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9" y="1554480"/>
            <a:ext cx="99234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原生部件消融：PM-stream −0.024、组合 −0.025 nats，代价可控。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0.1B / 2000 步 val loss；hybrid 基线 3.768</a:t>
            </a:r>
          </a:p>
        </p:txBody>
      </p:sp>
      <p:pic>
        <p:nvPicPr>
          <p:cNvPr id="5" name="Picture 4" descr="cha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82" y="1554480"/>
            <a:ext cx="8769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KAL 真值校准从 0.769 提到 0.845 / 0.829 双口径，达成 ≥0.8 目标。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3 seed 均值±std；预测反馈循环无增益已回滚（诚实负结果）</a:t>
            </a:r>
          </a:p>
        </p:txBody>
      </p:sp>
      <p:pic>
        <p:nvPicPr>
          <p:cNvPr id="5" name="Picture 4" descr="chart_k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82" y="1554480"/>
            <a:ext cx="8769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统一 checkpoint 全链已训强度：检索 0.938 → 召回 0.625 → 内化 0.688 → 诚实降级 16/16。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n=16 实测；红色虚线为各基线（线性门控 0.188 / 门控副作用 0.250）</a:t>
            </a:r>
          </a:p>
        </p:txBody>
      </p:sp>
      <p:pic>
        <p:nvPicPr>
          <p:cNvPr id="5" name="Picture 4" descr="chart_ful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9" y="1554480"/>
            <a:ext cx="99234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工程诚实改变了设计：四个关键发现。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GDN-2 早期检索落后 = 门欠收敛（非架构缺陷）→ 有界 decay 4× 加速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注入召回的门控副作用（0.688→0.250）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彻底解耦失败（诚实负结果）→ 记忆层条目迁移根治，零干扰恢复 0.688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logprob ≠ 真相：置信度锚停在 0.769 → 真值锚 + 锚集扩充达标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Muon×WSD 静默 bug 审阅捕获、修复、回归测试锁定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负结果均如实记录（彻底解耦门控 / 预测反馈循环）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项目已过渡到 1B：配置、数据、训练到上传的全工具链均已验证就绪。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1B 配置实测：1,017.7M 参数，d1536 × 32 层（8×{3 GDN-2 + 1 三级栈}）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10B tokens：教育网页 73% / 数学 12% / 合成教科书 10% / 中文 5%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中训练退火 1B tokens（高质量上移，lr 线性到 0）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Muon 优化器贯穿（收敛优于 AdamW：6.523 vs 6.868）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诚实定位：10B 是架构验证预算（Chinchilla 一半 [22]，远低于当代 4T+ [21]）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[20] OLMo 3  [21] SmolLM2  [22] Chinchilla；437 项 pytest 全绿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NIAH 长度扫描：GDN-2 短中长略优；max_seq=1024 硬限催生 256K 扩容工程。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50 queries/cell；&gt;1024 截断为 0 → RoPE 扩容 + YaRN 渐进课程</a:t>
            </a:r>
          </a:p>
        </p:txBody>
      </p:sp>
      <p:pic>
        <p:nvPicPr>
          <p:cNvPr id="5" name="Picture 4" descr="chart_ni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39" y="1554480"/>
            <a:ext cx="99234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1616"/>
                </a:solidFill>
                <a:latin typeface="微软雅黑"/>
              </a:defRPr>
            </a:pPr>
            <a:r>
              <a:t>自学习边缘 LLM：把冻结快照变成可审计、可撤销、持续累积的个人资产。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隐私内生：知识不出设备；块带签名、可回滚、可审计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下一步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完成 1B 训练；首个观测点 = 1B 下 KAL 探针强度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记忆层读出接口训练（零副作用召回）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525252"/>
                </a:solidFill>
                <a:latin typeface="微软雅黑"/>
              </a:defRPr>
            </a:pPr>
            <a:r>
              <a:t>256K 渐进扩窗课程（YaRN，分阶段）</a:t>
            </a:r>
          </a:p>
          <a:p>
            <a:pPr>
              <a:spcAft>
                <a:spcPts val="800"/>
              </a:spcAft>
              <a:defRPr sz="1900" b="0">
                <a:solidFill>
                  <a:srgbClr val="161616"/>
                </a:solidFill>
                <a:latin typeface="微软雅黑"/>
              </a:defRPr>
            </a:pPr>
            <a:r>
              <a:t>远期：1.5B 原生 1M 上下文 + 端到端自学习闭环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25252"/>
                </a:solidFill>
                <a:latin typeface="微软雅黑"/>
              </a:defRPr>
            </a:pPr>
            <a:r>
              <a:t>目标：边缘原生的持续学习 LLM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0" y="28346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1616"/>
                </a:solidFill>
                <a:latin typeface="微软雅黑"/>
              </a:defRPr>
            </a:pPr>
            <a:r>
              <a:t>提问？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0560" y="283464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1616"/>
                </a:solidFill>
                <a:latin typeface="微软雅黑"/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1616"/>
                </a:solidFill>
                <a:latin typeface="微软雅黑"/>
              </a:defRPr>
            </a:pPr>
            <a:r>
              <a:t>参考文献（Reference）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813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[1] Lewis et al., "RAG for knowledge-intensive NLP tasks," NeurIPS 2020, arXiv:2005.11401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[2] Jiang et al., "FLARE," EMNLP 2023, arXiv:2305.06983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[3] Asai et al., "Self-RAG," ICLR 2024, arXiv:2310.11511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[4] Azaria &amp; Mitchell, "SAPLMA," EMNLP Findings 2023, arXiv:2304.13734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[5] "Hallucination linearly decodable in quantized LLMs," arXiv:2606.02628, 2026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[6] "KV cache optimization strategies," arXiv:2603.20397, 2026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[7] MarketsandMarkets, "Small language model market report 2025–2032"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[8] Kristiani et al., "Deploying LLM on edge devices: survey," AI 7(1):15, 2026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[9] Liu, "Optimizer-model consistency," arXiv:2605.06654, 2026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[10] McClelland et al., "Complementary learning systems," Psych. Review 102(3), 1995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[15] Huang et al., "LLMs cannot self-correct reasoning yet," ICLR 2024, arXiv:2310.01798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[20] OLMo Team, "OLMo 3," arXiv:2512.13961, 2025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[21] Ben Allal et al., "SmolLM2," arXiv:2502.02737, 2025</a:t>
            </a:r>
          </a:p>
          <a:p>
            <a:pPr>
              <a:spcAft>
                <a:spcPts val="400"/>
              </a:spcAft>
              <a:defRPr sz="1150" b="0">
                <a:solidFill>
                  <a:srgbClr val="525252"/>
                </a:solidFill>
                <a:latin typeface="微软雅黑"/>
              </a:defRPr>
            </a:pPr>
            <a:r>
              <a:t>[22] Hoffmann et al., "Chinchilla," NeurIPS 2022, arXiv:2203.15556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